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485C00-6E41-64C4-F5A8-6238CC323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5A847F9-A8DA-F0AB-034F-745DBD16FA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16234D-5CFA-7207-3179-6433AC1E4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56449-4A36-0D4F-804A-2537CDEDCF7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CFEF9-64C9-019B-B988-0BB7BC7A4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BA7504-AE8F-0A26-0EE8-AECFE82E6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D82E-6E7D-2641-B997-8178010DF5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357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A3E1CD-C470-25C0-FD46-41830506C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048674-045F-043D-E780-0866C1F83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FAC945-14D1-CF17-13FF-642F9F60B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56449-4A36-0D4F-804A-2537CDEDCF7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82D21B-81C0-A219-F191-437C79042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7F3373-D8F8-0E40-3494-BD3FD31CA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D82E-6E7D-2641-B997-8178010DF5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5854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F822EF-1FB1-EEF4-DB31-2ADBB6CA0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DF1D6D6-A944-A5E1-BCB9-31F97F437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438A55-8B61-D2AE-E325-6BF51620C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56449-4A36-0D4F-804A-2537CDEDCF7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572549-6CB5-A3CA-FECF-DBDE3C4C6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11FAE1-14A5-689A-E1A7-B7BD7C257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D82E-6E7D-2641-B997-8178010DF5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5598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E7685A-A976-37C5-7976-6936AC53D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1FFC15-B009-0BF2-EAB1-C00A047E94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340D3CD-E5F5-6F1F-1566-A8B0883775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AA261D9-627B-EC28-659E-47CDBB0A2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56449-4A36-0D4F-804A-2537CDEDCF7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69EA792-60B7-76DE-4067-FABB8D935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E2217B2-25AA-808B-665D-27494114E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D82E-6E7D-2641-B997-8178010DF5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8473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8EC853-C3FB-CA7F-C364-69A688E38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8BBE5CF-3CA3-3E27-1BDA-CB24A8A36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75109A7-5CE0-CD0D-227F-A4929CCE7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83A6F71-DA9A-961F-FEA6-55D0A24D53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4D827E6-29AD-96F5-F4EE-5685D412E2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E5A5F90-653C-0603-32CE-EB00BB018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56449-4A36-0D4F-804A-2537CDEDCF7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13640F1-B018-78F3-C3DA-8CD9E7658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84D0A29-4861-F1A1-AB3B-19BC40FF8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D82E-6E7D-2641-B997-8178010DF5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5781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726E0C-5BEB-C0EE-D481-9C7188438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A75FC23-1A66-03F4-066F-E7D01068E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56449-4A36-0D4F-804A-2537CDEDCF7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32D09DD-D0E4-256B-B818-E511C17A4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296009F-34B9-C319-DFC5-96626F09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D82E-6E7D-2641-B997-8178010DF5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2444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BB67BD3-AB7C-928A-CD95-D9F83EF29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56449-4A36-0D4F-804A-2537CDEDCF7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D0717B5-B879-9AFC-D726-7BC0450B4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4A7B0D-00DE-A5BF-59C8-E3C582B01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D82E-6E7D-2641-B997-8178010DF5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7564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A7CBC6-E1C8-B20A-08F4-2DAC25D5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8C2A45-64B1-48DE-F303-60FE71960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748828A-4151-4F9B-1D45-4E18D43833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4BB8EB5-0ABE-F1B0-D0CF-4F06B7EB6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56449-4A36-0D4F-804A-2537CDEDCF7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99D3ACB-F28E-3C44-BFCF-D8B895ECC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E549187-B5A2-BB6B-D0D8-B0D2ACED2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D82E-6E7D-2641-B997-8178010DF5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7238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A8DC18-2C3C-006D-3B64-648CBA7C5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0AC5DAC-6195-86EA-F6EB-7C3450EAE4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AB66419-E677-5E3E-546C-993AEF2F2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569C837-C67B-F10C-7F0D-6782B288A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56449-4A36-0D4F-804A-2537CDEDCF7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E25875E-E60B-7ADC-DDB3-CF31E8E7B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74B2007-9562-751C-E569-AE244292D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D82E-6E7D-2641-B997-8178010DF5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9418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1AE9D0-D84C-C074-9976-181DF2214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4765C19-EF6B-9FD6-C486-D16B1B8197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C3C789-BF63-86EC-3F3D-44F11E6EA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56449-4A36-0D4F-804A-2537CDEDCF7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C0E352-4E4E-05CD-738E-3D190E932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A5089D-1840-113C-BEE4-797943541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D82E-6E7D-2641-B997-8178010DF5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2795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632CCFA-7A04-4701-9746-C5910FE9D5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0DE3B4D-31D1-F28F-5044-21CD664F8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5595E3-7C66-662B-C134-0F5DF4862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56449-4A36-0D4F-804A-2537CDEDCF7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2A20C7-4F1E-60E5-429D-7B7994E68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50A403-4B87-F7A7-301D-6279BD416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D82E-6E7D-2641-B997-8178010DF5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0512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8EF6582-D3E3-E822-2407-60B1BD681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92D63C4-A445-B25A-395B-CBAB7BA4D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6BD397-6496-6C63-3E3B-127971E10D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56449-4A36-0D4F-804A-2537CDEDCF7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932498-8890-78AA-27A4-BD62C1D1AC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61BE0C-FD35-9D01-C7E3-624255514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22D82E-6E7D-2641-B997-8178010DF5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9903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レーム 3">
            <a:extLst>
              <a:ext uri="{FF2B5EF4-FFF2-40B4-BE49-F238E27FC236}">
                <a16:creationId xmlns:a16="http://schemas.microsoft.com/office/drawing/2014/main" id="{829414A3-3A1D-2B8C-A876-DF05CAE8EA75}"/>
              </a:ext>
            </a:extLst>
          </p:cNvPr>
          <p:cNvSpPr/>
          <p:nvPr/>
        </p:nvSpPr>
        <p:spPr>
          <a:xfrm>
            <a:off x="3065752" y="11176"/>
            <a:ext cx="6298960" cy="945930"/>
          </a:xfrm>
          <a:prstGeom prst="frame">
            <a:avLst>
              <a:gd name="adj1" fmla="val 8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フレーム 5">
            <a:extLst>
              <a:ext uri="{FF2B5EF4-FFF2-40B4-BE49-F238E27FC236}">
                <a16:creationId xmlns:a16="http://schemas.microsoft.com/office/drawing/2014/main" id="{5ADE57FD-B465-10EC-C122-D5B208DD78AB}"/>
              </a:ext>
            </a:extLst>
          </p:cNvPr>
          <p:cNvSpPr/>
          <p:nvPr/>
        </p:nvSpPr>
        <p:spPr>
          <a:xfrm>
            <a:off x="3065754" y="1024765"/>
            <a:ext cx="6298960" cy="1497725"/>
          </a:xfrm>
          <a:prstGeom prst="frame">
            <a:avLst>
              <a:gd name="adj1" fmla="val 8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" name="フレーム 6">
            <a:extLst>
              <a:ext uri="{FF2B5EF4-FFF2-40B4-BE49-F238E27FC236}">
                <a16:creationId xmlns:a16="http://schemas.microsoft.com/office/drawing/2014/main" id="{E053A43B-D8AF-27AA-C816-23598DE6920B}"/>
              </a:ext>
            </a:extLst>
          </p:cNvPr>
          <p:cNvSpPr/>
          <p:nvPr/>
        </p:nvSpPr>
        <p:spPr>
          <a:xfrm>
            <a:off x="3065753" y="3849992"/>
            <a:ext cx="6298961" cy="1218463"/>
          </a:xfrm>
          <a:prstGeom prst="frame">
            <a:avLst>
              <a:gd name="adj1" fmla="val 8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401B334-3193-35B9-F159-A71435A44709}"/>
              </a:ext>
            </a:extLst>
          </p:cNvPr>
          <p:cNvSpPr txBox="1"/>
          <p:nvPr/>
        </p:nvSpPr>
        <p:spPr>
          <a:xfrm>
            <a:off x="4813092" y="6488668"/>
            <a:ext cx="1707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d13C (V-PDB)</a:t>
            </a:r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2B95620-4ADC-E656-EF2D-301A8EDB513D}"/>
              </a:ext>
            </a:extLst>
          </p:cNvPr>
          <p:cNvSpPr txBox="1"/>
          <p:nvPr/>
        </p:nvSpPr>
        <p:spPr>
          <a:xfrm>
            <a:off x="2148902" y="378961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M1</a:t>
            </a:r>
            <a:endParaRPr kumimoji="1" lang="ja-JP" altLang="en-US"/>
          </a:p>
        </p:txBody>
      </p:sp>
      <p:sp>
        <p:nvSpPr>
          <p:cNvPr id="10" name="フレーム 9">
            <a:extLst>
              <a:ext uri="{FF2B5EF4-FFF2-40B4-BE49-F238E27FC236}">
                <a16:creationId xmlns:a16="http://schemas.microsoft.com/office/drawing/2014/main" id="{12ABCBD5-0E81-FDE3-5B73-BC7CFB1D5214}"/>
              </a:ext>
            </a:extLst>
          </p:cNvPr>
          <p:cNvSpPr/>
          <p:nvPr/>
        </p:nvSpPr>
        <p:spPr>
          <a:xfrm>
            <a:off x="3065754" y="2560004"/>
            <a:ext cx="6298960" cy="1218463"/>
          </a:xfrm>
          <a:prstGeom prst="frame">
            <a:avLst>
              <a:gd name="adj1" fmla="val 8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D264297-1308-44A5-3733-EA5E6304DEE5}"/>
              </a:ext>
            </a:extLst>
          </p:cNvPr>
          <p:cNvSpPr txBox="1"/>
          <p:nvPr/>
        </p:nvSpPr>
        <p:spPr>
          <a:xfrm>
            <a:off x="2132316" y="1773627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M2u</a:t>
            </a:r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550DD14-EDBD-3FAB-60CC-612FC9FBC4A9}"/>
              </a:ext>
            </a:extLst>
          </p:cNvPr>
          <p:cNvSpPr txBox="1"/>
          <p:nvPr/>
        </p:nvSpPr>
        <p:spPr>
          <a:xfrm>
            <a:off x="2132316" y="3059668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M2m</a:t>
            </a:r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92E985C-66EB-9A72-08CF-8F32846BA5A5}"/>
              </a:ext>
            </a:extLst>
          </p:cNvPr>
          <p:cNvSpPr txBox="1"/>
          <p:nvPr/>
        </p:nvSpPr>
        <p:spPr>
          <a:xfrm>
            <a:off x="2159186" y="4345709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M2b</a:t>
            </a:r>
            <a:endParaRPr kumimoji="1" lang="ja-JP" altLang="en-US"/>
          </a:p>
        </p:txBody>
      </p:sp>
      <p:sp>
        <p:nvSpPr>
          <p:cNvPr id="14" name="フレーム 13">
            <a:extLst>
              <a:ext uri="{FF2B5EF4-FFF2-40B4-BE49-F238E27FC236}">
                <a16:creationId xmlns:a16="http://schemas.microsoft.com/office/drawing/2014/main" id="{FB21904F-B112-4BFD-71F5-3C238EFFB2B7}"/>
              </a:ext>
            </a:extLst>
          </p:cNvPr>
          <p:cNvSpPr/>
          <p:nvPr/>
        </p:nvSpPr>
        <p:spPr>
          <a:xfrm>
            <a:off x="3065753" y="5139980"/>
            <a:ext cx="6298961" cy="945930"/>
          </a:xfrm>
          <a:prstGeom prst="frame">
            <a:avLst>
              <a:gd name="adj1" fmla="val 8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B9B2D08E-816A-A42E-C900-F7020D9B848C}"/>
              </a:ext>
            </a:extLst>
          </p:cNvPr>
          <p:cNvCxnSpPr/>
          <p:nvPr/>
        </p:nvCxnSpPr>
        <p:spPr>
          <a:xfrm>
            <a:off x="3804744" y="5854836"/>
            <a:ext cx="0" cy="3663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F1EE9B41-A09F-72C8-541D-AD42B7CC70CA}"/>
              </a:ext>
            </a:extLst>
          </p:cNvPr>
          <p:cNvCxnSpPr/>
          <p:nvPr/>
        </p:nvCxnSpPr>
        <p:spPr>
          <a:xfrm>
            <a:off x="4219903" y="5861408"/>
            <a:ext cx="0" cy="3663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9D3426A7-073A-054A-C9BA-075414F83268}"/>
              </a:ext>
            </a:extLst>
          </p:cNvPr>
          <p:cNvCxnSpPr/>
          <p:nvPr/>
        </p:nvCxnSpPr>
        <p:spPr>
          <a:xfrm>
            <a:off x="4598275" y="5871918"/>
            <a:ext cx="0" cy="3663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D198F883-BB58-7FFD-AB68-50B7DED94958}"/>
              </a:ext>
            </a:extLst>
          </p:cNvPr>
          <p:cNvCxnSpPr/>
          <p:nvPr/>
        </p:nvCxnSpPr>
        <p:spPr>
          <a:xfrm>
            <a:off x="4955627" y="5871918"/>
            <a:ext cx="0" cy="3663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9F2EBA75-858C-AEFB-5713-1D7BEF1A8FDC}"/>
              </a:ext>
            </a:extLst>
          </p:cNvPr>
          <p:cNvCxnSpPr/>
          <p:nvPr/>
        </p:nvCxnSpPr>
        <p:spPr>
          <a:xfrm>
            <a:off x="5344510" y="5871918"/>
            <a:ext cx="0" cy="3663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896D589C-2823-F8E2-7D98-52A824B86A2C}"/>
              </a:ext>
            </a:extLst>
          </p:cNvPr>
          <p:cNvCxnSpPr/>
          <p:nvPr/>
        </p:nvCxnSpPr>
        <p:spPr>
          <a:xfrm>
            <a:off x="5693126" y="5871918"/>
            <a:ext cx="0" cy="3663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0EAF21F7-62D6-8CF1-FDE8-A50127BEDECA}"/>
              </a:ext>
            </a:extLst>
          </p:cNvPr>
          <p:cNvCxnSpPr/>
          <p:nvPr/>
        </p:nvCxnSpPr>
        <p:spPr>
          <a:xfrm>
            <a:off x="6101254" y="5871918"/>
            <a:ext cx="0" cy="3663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5125B5B5-00E3-9579-7BDB-2FBF411D2CCB}"/>
              </a:ext>
            </a:extLst>
          </p:cNvPr>
          <p:cNvCxnSpPr/>
          <p:nvPr/>
        </p:nvCxnSpPr>
        <p:spPr>
          <a:xfrm>
            <a:off x="6531121" y="5902714"/>
            <a:ext cx="0" cy="3663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FBB18C5B-D884-2A46-CCC1-9FF5D1A7DEE2}"/>
              </a:ext>
            </a:extLst>
          </p:cNvPr>
          <p:cNvCxnSpPr/>
          <p:nvPr/>
        </p:nvCxnSpPr>
        <p:spPr>
          <a:xfrm>
            <a:off x="6973613" y="5871918"/>
            <a:ext cx="0" cy="3663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7064FCD-8368-02E6-350F-14EFF3C67ED0}"/>
              </a:ext>
            </a:extLst>
          </p:cNvPr>
          <p:cNvSpPr txBox="1"/>
          <p:nvPr/>
        </p:nvSpPr>
        <p:spPr>
          <a:xfrm>
            <a:off x="3490786" y="6236850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-30</a:t>
            </a:r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247BBAA-4989-F45C-08C5-6632936C404D}"/>
              </a:ext>
            </a:extLst>
          </p:cNvPr>
          <p:cNvSpPr txBox="1"/>
          <p:nvPr/>
        </p:nvSpPr>
        <p:spPr>
          <a:xfrm>
            <a:off x="4370601" y="6269106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-28</a:t>
            </a:r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A355D2A-4EB5-8615-1CCF-23A24CADC7CA}"/>
              </a:ext>
            </a:extLst>
          </p:cNvPr>
          <p:cNvSpPr txBox="1"/>
          <p:nvPr/>
        </p:nvSpPr>
        <p:spPr>
          <a:xfrm>
            <a:off x="2226511" y="5428279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M3</a:t>
            </a:r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F11BFC2-060F-FB75-474F-D12F09676799}"/>
              </a:ext>
            </a:extLst>
          </p:cNvPr>
          <p:cNvSpPr txBox="1"/>
          <p:nvPr/>
        </p:nvSpPr>
        <p:spPr>
          <a:xfrm>
            <a:off x="5077848" y="6221228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-26</a:t>
            </a:r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CB5D128-930A-F2AB-0E28-46F96076EDB2}"/>
              </a:ext>
            </a:extLst>
          </p:cNvPr>
          <p:cNvSpPr txBox="1"/>
          <p:nvPr/>
        </p:nvSpPr>
        <p:spPr>
          <a:xfrm>
            <a:off x="5817562" y="6221228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-24</a:t>
            </a:r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C0B797EE-327C-665F-A693-9F7C487DDB02}"/>
              </a:ext>
            </a:extLst>
          </p:cNvPr>
          <p:cNvSpPr txBox="1"/>
          <p:nvPr/>
        </p:nvSpPr>
        <p:spPr>
          <a:xfrm>
            <a:off x="6718189" y="6269106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-22</a:t>
            </a:r>
            <a:endParaRPr kumimoji="1" lang="ja-JP" altLang="en-US"/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91D4C83B-A013-855C-FC7A-A6805A9AD245}"/>
              </a:ext>
            </a:extLst>
          </p:cNvPr>
          <p:cNvCxnSpPr/>
          <p:nvPr/>
        </p:nvCxnSpPr>
        <p:spPr>
          <a:xfrm>
            <a:off x="7471797" y="5908390"/>
            <a:ext cx="0" cy="3663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943EC209-DBB1-BA3D-10CA-73EECF4B7C2B}"/>
              </a:ext>
            </a:extLst>
          </p:cNvPr>
          <p:cNvCxnSpPr/>
          <p:nvPr/>
        </p:nvCxnSpPr>
        <p:spPr>
          <a:xfrm>
            <a:off x="7914289" y="5877594"/>
            <a:ext cx="0" cy="3663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4B1EC20D-8E83-AACA-152F-463BB295EFFE}"/>
              </a:ext>
            </a:extLst>
          </p:cNvPr>
          <p:cNvSpPr txBox="1"/>
          <p:nvPr/>
        </p:nvSpPr>
        <p:spPr>
          <a:xfrm>
            <a:off x="7643221" y="6304002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-20</a:t>
            </a:r>
            <a:endParaRPr kumimoji="1" lang="ja-JP" altLang="en-US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31088D3C-1C30-8B0F-1106-CF3BCB6D72A1}"/>
              </a:ext>
            </a:extLst>
          </p:cNvPr>
          <p:cNvSpPr txBox="1"/>
          <p:nvPr/>
        </p:nvSpPr>
        <p:spPr>
          <a:xfrm>
            <a:off x="8479726" y="6268210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-18</a:t>
            </a:r>
            <a:endParaRPr kumimoji="1" lang="ja-JP" altLang="en-US"/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BCB80F33-14C1-0AC3-31FF-7C0815C059A7}"/>
              </a:ext>
            </a:extLst>
          </p:cNvPr>
          <p:cNvCxnSpPr/>
          <p:nvPr/>
        </p:nvCxnSpPr>
        <p:spPr>
          <a:xfrm>
            <a:off x="8312623" y="5908390"/>
            <a:ext cx="0" cy="3663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BEC624F5-D6C1-C1CF-3F4A-F494C087DEEA}"/>
              </a:ext>
            </a:extLst>
          </p:cNvPr>
          <p:cNvCxnSpPr/>
          <p:nvPr/>
        </p:nvCxnSpPr>
        <p:spPr>
          <a:xfrm>
            <a:off x="8755115" y="5877594"/>
            <a:ext cx="0" cy="3663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EF444B8B-847F-A6B8-30A2-75FC399CE44F}"/>
              </a:ext>
            </a:extLst>
          </p:cNvPr>
          <p:cNvSpPr/>
          <p:nvPr/>
        </p:nvSpPr>
        <p:spPr>
          <a:xfrm>
            <a:off x="6614779" y="5612945"/>
            <a:ext cx="314676" cy="472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D0E696FC-BA23-7E6B-6C8B-431C851D059F}"/>
              </a:ext>
            </a:extLst>
          </p:cNvPr>
          <p:cNvSpPr/>
          <p:nvPr/>
        </p:nvSpPr>
        <p:spPr>
          <a:xfrm>
            <a:off x="7051385" y="5612944"/>
            <a:ext cx="314676" cy="472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6C5522D2-AF4B-7FC6-9F76-AFA98473F5A2}"/>
              </a:ext>
            </a:extLst>
          </p:cNvPr>
          <p:cNvSpPr/>
          <p:nvPr/>
        </p:nvSpPr>
        <p:spPr>
          <a:xfrm>
            <a:off x="5693126" y="4557233"/>
            <a:ext cx="314676" cy="472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DC340509-FF1C-2CB5-0BBA-B92FD6A188F9}"/>
              </a:ext>
            </a:extLst>
          </p:cNvPr>
          <p:cNvSpPr/>
          <p:nvPr/>
        </p:nvSpPr>
        <p:spPr>
          <a:xfrm>
            <a:off x="6129732" y="4557232"/>
            <a:ext cx="314676" cy="472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3241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23</Words>
  <Application>Microsoft Macintosh PowerPoint</Application>
  <PresentationFormat>ワイド画面</PresentationFormat>
  <Paragraphs>13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掛川武</dc:creator>
  <cp:lastModifiedBy>掛川武</cp:lastModifiedBy>
  <cp:revision>1</cp:revision>
  <dcterms:created xsi:type="dcterms:W3CDTF">2025-11-04T07:07:03Z</dcterms:created>
  <dcterms:modified xsi:type="dcterms:W3CDTF">2025-11-04T07:13:48Z</dcterms:modified>
</cp:coreProperties>
</file>